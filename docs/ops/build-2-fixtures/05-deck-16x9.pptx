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Chennai branch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Quarterly revenue plan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Hiring: four engineers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2026-10-15T17:59:33Z</dcterms:created>
  <dcterms:modified xsi:type="dcterms:W3CDTF">2026-10-15T17:59:33Z</dcterms:modified>
</cp:coreProperties>
</file>